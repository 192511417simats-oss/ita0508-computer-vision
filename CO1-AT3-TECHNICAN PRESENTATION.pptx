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56" d="100"/>
          <a:sy n="56" d="100"/>
        </p:scale>
        <p:origin x="10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 ." userId="8f5820034da5353d" providerId="LiveId" clId="{2BA8CE45-E878-4C5E-AACC-DFBFD38493AB}"/>
    <pc:docChg chg="custSel addSld modSld">
      <pc:chgData name="Suji ." userId="8f5820034da5353d" providerId="LiveId" clId="{2BA8CE45-E878-4C5E-AACC-DFBFD38493AB}" dt="2026-07-23T04:58:59.821" v="504" actId="20577"/>
      <pc:docMkLst>
        <pc:docMk/>
      </pc:docMkLst>
      <pc:sldChg chg="addSp modSp mod">
        <pc:chgData name="Suji ." userId="8f5820034da5353d" providerId="LiveId" clId="{2BA8CE45-E878-4C5E-AACC-DFBFD38493AB}" dt="2026-07-23T04:42:36.097" v="363" actId="20577"/>
        <pc:sldMkLst>
          <pc:docMk/>
          <pc:sldMk cId="2064409833" sldId="256"/>
        </pc:sldMkLst>
        <pc:spChg chg="add mod">
          <ac:chgData name="Suji ." userId="8f5820034da5353d" providerId="LiveId" clId="{2BA8CE45-E878-4C5E-AACC-DFBFD38493AB}" dt="2026-07-16T08:14:46.028" v="310" actId="1076"/>
          <ac:spMkLst>
            <pc:docMk/>
            <pc:sldMk cId="2064409833" sldId="256"/>
            <ac:spMk id="3" creationId="{7B972F67-5795-286F-9A13-91BE7ED425E3}"/>
          </ac:spMkLst>
        </pc:spChg>
        <pc:spChg chg="mod">
          <ac:chgData name="Suji ." userId="8f5820034da5353d" providerId="LiveId" clId="{2BA8CE45-E878-4C5E-AACC-DFBFD38493AB}" dt="2026-07-16T08:16:12.353" v="325" actId="1076"/>
          <ac:spMkLst>
            <pc:docMk/>
            <pc:sldMk cId="2064409833" sldId="256"/>
            <ac:spMk id="5" creationId="{16DAECD2-2DC2-BB1B-4267-A19685D7F98F}"/>
          </ac:spMkLst>
        </pc:spChg>
        <pc:spChg chg="add mod">
          <ac:chgData name="Suji ." userId="8f5820034da5353d" providerId="LiveId" clId="{2BA8CE45-E878-4C5E-AACC-DFBFD38493AB}" dt="2026-07-23T04:42:18.892" v="361" actId="1076"/>
          <ac:spMkLst>
            <pc:docMk/>
            <pc:sldMk cId="2064409833" sldId="256"/>
            <ac:spMk id="6" creationId="{EE5D2182-C49E-7E5C-C809-5A5169FC660B}"/>
          </ac:spMkLst>
        </pc:spChg>
        <pc:spChg chg="mod">
          <ac:chgData name="Suji ." userId="8f5820034da5353d" providerId="LiveId" clId="{2BA8CE45-E878-4C5E-AACC-DFBFD38493AB}" dt="2026-07-23T04:42:36.097" v="363" actId="20577"/>
          <ac:spMkLst>
            <pc:docMk/>
            <pc:sldMk cId="2064409833" sldId="256"/>
            <ac:spMk id="7" creationId="{B42A5A43-3FB2-2ECB-0B30-E77B2DF3037A}"/>
          </ac:spMkLst>
        </pc:spChg>
        <pc:picChg chg="add">
          <ac:chgData name="Suji ." userId="8f5820034da5353d" providerId="LiveId" clId="{2BA8CE45-E878-4C5E-AACC-DFBFD38493AB}" dt="2026-07-16T08:16:06.376" v="324" actId="22"/>
          <ac:picMkLst>
            <pc:docMk/>
            <pc:sldMk cId="2064409833" sldId="256"/>
            <ac:picMk id="9" creationId="{09DF6B17-0723-2A18-132A-104A636099A6}"/>
          </ac:picMkLst>
        </pc:picChg>
      </pc:sldChg>
      <pc:sldChg chg="addSp modSp mod">
        <pc:chgData name="Suji ." userId="8f5820034da5353d" providerId="LiveId" clId="{2BA8CE45-E878-4C5E-AACC-DFBFD38493AB}" dt="2026-07-23T04:45:26.045" v="373" actId="1076"/>
        <pc:sldMkLst>
          <pc:docMk/>
          <pc:sldMk cId="1115280217" sldId="257"/>
        </pc:sldMkLst>
        <pc:spChg chg="mod">
          <ac:chgData name="Suji ." userId="8f5820034da5353d" providerId="LiveId" clId="{2BA8CE45-E878-4C5E-AACC-DFBFD38493AB}" dt="2026-07-23T04:45:26.045" v="373" actId="1076"/>
          <ac:spMkLst>
            <pc:docMk/>
            <pc:sldMk cId="1115280217" sldId="257"/>
            <ac:spMk id="3" creationId="{61EFA2B7-268E-DD53-86FC-52535DF0149D}"/>
          </ac:spMkLst>
        </pc:spChg>
        <pc:spChg chg="mod">
          <ac:chgData name="Suji ." userId="8f5820034da5353d" providerId="LiveId" clId="{2BA8CE45-E878-4C5E-AACC-DFBFD38493AB}" dt="2026-07-23T04:45:21.194" v="372" actId="1076"/>
          <ac:spMkLst>
            <pc:docMk/>
            <pc:sldMk cId="1115280217" sldId="257"/>
            <ac:spMk id="5" creationId="{DE631D82-EE2F-0787-27BC-D1CB24E7BA33}"/>
          </ac:spMkLst>
        </pc:spChg>
        <pc:picChg chg="add mod">
          <ac:chgData name="Suji ." userId="8f5820034da5353d" providerId="LiveId" clId="{2BA8CE45-E878-4C5E-AACC-DFBFD38493AB}" dt="2026-07-16T08:16:28.238" v="329" actId="14100"/>
          <ac:picMkLst>
            <pc:docMk/>
            <pc:sldMk cId="1115280217" sldId="257"/>
            <ac:picMk id="4" creationId="{DF14CDCD-F03A-5093-2D95-28B691233F31}"/>
          </ac:picMkLst>
        </pc:picChg>
      </pc:sldChg>
      <pc:sldChg chg="addSp modSp mod">
        <pc:chgData name="Suji ." userId="8f5820034da5353d" providerId="LiveId" clId="{2BA8CE45-E878-4C5E-AACC-DFBFD38493AB}" dt="2026-07-23T04:47:08.729" v="391" actId="20577"/>
        <pc:sldMkLst>
          <pc:docMk/>
          <pc:sldMk cId="3299452653" sldId="258"/>
        </pc:sldMkLst>
        <pc:spChg chg="mod">
          <ac:chgData name="Suji ." userId="8f5820034da5353d" providerId="LiveId" clId="{2BA8CE45-E878-4C5E-AACC-DFBFD38493AB}" dt="2026-07-23T04:45:46.745" v="376" actId="2711"/>
          <ac:spMkLst>
            <pc:docMk/>
            <pc:sldMk cId="3299452653" sldId="258"/>
            <ac:spMk id="3" creationId="{8B110D99-E060-A8EE-8B31-FE108CEB4B78}"/>
          </ac:spMkLst>
        </pc:spChg>
        <pc:spChg chg="mod">
          <ac:chgData name="Suji ." userId="8f5820034da5353d" providerId="LiveId" clId="{2BA8CE45-E878-4C5E-AACC-DFBFD38493AB}" dt="2026-07-23T04:47:08.729" v="391" actId="20577"/>
          <ac:spMkLst>
            <pc:docMk/>
            <pc:sldMk cId="3299452653" sldId="258"/>
            <ac:spMk id="5" creationId="{3D03E45F-C8C9-4750-F3F4-F913E660329F}"/>
          </ac:spMkLst>
        </pc:spChg>
        <pc:picChg chg="add">
          <ac:chgData name="Suji ." userId="8f5820034da5353d" providerId="LiveId" clId="{2BA8CE45-E878-4C5E-AACC-DFBFD38493AB}" dt="2026-07-16T08:16:45.678" v="332" actId="22"/>
          <ac:picMkLst>
            <pc:docMk/>
            <pc:sldMk cId="3299452653" sldId="258"/>
            <ac:picMk id="4" creationId="{91A366F1-3582-A9AA-0A48-FC613D2CD0FB}"/>
          </ac:picMkLst>
        </pc:picChg>
      </pc:sldChg>
      <pc:sldChg chg="addSp delSp modSp mod">
        <pc:chgData name="Suji ." userId="8f5820034da5353d" providerId="LiveId" clId="{2BA8CE45-E878-4C5E-AACC-DFBFD38493AB}" dt="2026-07-23T04:48:30.268" v="413" actId="20577"/>
        <pc:sldMkLst>
          <pc:docMk/>
          <pc:sldMk cId="2719591292" sldId="259"/>
        </pc:sldMkLst>
        <pc:spChg chg="add mod">
          <ac:chgData name="Suji ." userId="8f5820034da5353d" providerId="LiveId" clId="{2BA8CE45-E878-4C5E-AACC-DFBFD38493AB}" dt="2026-07-23T04:47:44.674" v="395" actId="14100"/>
          <ac:spMkLst>
            <pc:docMk/>
            <pc:sldMk cId="2719591292" sldId="259"/>
            <ac:spMk id="3" creationId="{1B0641DD-983E-6196-9388-A951762B5537}"/>
          </ac:spMkLst>
        </pc:spChg>
        <pc:spChg chg="add mod">
          <ac:chgData name="Suji ." userId="8f5820034da5353d" providerId="LiveId" clId="{2BA8CE45-E878-4C5E-AACC-DFBFD38493AB}" dt="2026-07-23T04:48:30.268" v="413" actId="20577"/>
          <ac:spMkLst>
            <pc:docMk/>
            <pc:sldMk cId="2719591292" sldId="259"/>
            <ac:spMk id="4" creationId="{56684C4C-C63A-2522-A7EA-B1CBE1357F16}"/>
          </ac:spMkLst>
        </pc:spChg>
        <pc:spChg chg="add del mod">
          <ac:chgData name="Suji ." userId="8f5820034da5353d" providerId="LiveId" clId="{2BA8CE45-E878-4C5E-AACC-DFBFD38493AB}" dt="2026-07-23T04:47:48.168" v="396" actId="478"/>
          <ac:spMkLst>
            <pc:docMk/>
            <pc:sldMk cId="2719591292" sldId="259"/>
            <ac:spMk id="5" creationId="{5C0FBDFD-368C-8C62-4B05-C70C70EB57FA}"/>
          </ac:spMkLst>
        </pc:spChg>
        <pc:spChg chg="add del mod">
          <ac:chgData name="Suji ." userId="8f5820034da5353d" providerId="LiveId" clId="{2BA8CE45-E878-4C5E-AACC-DFBFD38493AB}" dt="2026-07-23T04:47:52.195" v="397" actId="478"/>
          <ac:spMkLst>
            <pc:docMk/>
            <pc:sldMk cId="2719591292" sldId="259"/>
            <ac:spMk id="7" creationId="{EE76DB5F-2549-CE37-52CA-C3CD9E57BED0}"/>
          </ac:spMkLst>
        </pc:spChg>
        <pc:picChg chg="add mod">
          <ac:chgData name="Suji ." userId="8f5820034da5353d" providerId="LiveId" clId="{2BA8CE45-E878-4C5E-AACC-DFBFD38493AB}" dt="2026-07-16T08:17:06.393" v="336" actId="14100"/>
          <ac:picMkLst>
            <pc:docMk/>
            <pc:sldMk cId="2719591292" sldId="259"/>
            <ac:picMk id="9" creationId="{4A7981C1-F42E-C77D-6D15-BEFC78A7E3E6}"/>
          </ac:picMkLst>
        </pc:picChg>
      </pc:sldChg>
      <pc:sldChg chg="addSp modSp new mod">
        <pc:chgData name="Suji ." userId="8f5820034da5353d" providerId="LiveId" clId="{2BA8CE45-E878-4C5E-AACC-DFBFD38493AB}" dt="2026-07-23T04:50:46.540" v="442" actId="14100"/>
        <pc:sldMkLst>
          <pc:docMk/>
          <pc:sldMk cId="510726514" sldId="260"/>
        </pc:sldMkLst>
        <pc:spChg chg="add mod">
          <ac:chgData name="Suji ." userId="8f5820034da5353d" providerId="LiveId" clId="{2BA8CE45-E878-4C5E-AACC-DFBFD38493AB}" dt="2026-07-23T04:49:44.843" v="419" actId="403"/>
          <ac:spMkLst>
            <pc:docMk/>
            <pc:sldMk cId="510726514" sldId="260"/>
            <ac:spMk id="3" creationId="{B2DA0C64-7FF7-F79C-3DD6-11FAD5C029DF}"/>
          </ac:spMkLst>
        </pc:spChg>
        <pc:spChg chg="add mod">
          <ac:chgData name="Suji ." userId="8f5820034da5353d" providerId="LiveId" clId="{2BA8CE45-E878-4C5E-AACC-DFBFD38493AB}" dt="2026-07-23T04:50:46.540" v="442" actId="14100"/>
          <ac:spMkLst>
            <pc:docMk/>
            <pc:sldMk cId="510726514" sldId="260"/>
            <ac:spMk id="4" creationId="{56AF6FF8-7979-0AD7-3865-34A791E0D02D}"/>
          </ac:spMkLst>
        </pc:spChg>
        <pc:spChg chg="add mod">
          <ac:chgData name="Suji ." userId="8f5820034da5353d" providerId="LiveId" clId="{2BA8CE45-E878-4C5E-AACC-DFBFD38493AB}" dt="2026-07-23T04:50:36.873" v="439" actId="14100"/>
          <ac:spMkLst>
            <pc:docMk/>
            <pc:sldMk cId="510726514" sldId="260"/>
            <ac:spMk id="5" creationId="{1C3BAB4C-70B8-AE13-11F5-7643B4F729BD}"/>
          </ac:spMkLst>
        </pc:spChg>
        <pc:picChg chg="add mod">
          <ac:chgData name="Suji ." userId="8f5820034da5353d" providerId="LiveId" clId="{2BA8CE45-E878-4C5E-AACC-DFBFD38493AB}" dt="2026-07-16T08:17:36.609" v="340" actId="14100"/>
          <ac:picMkLst>
            <pc:docMk/>
            <pc:sldMk cId="510726514" sldId="260"/>
            <ac:picMk id="7" creationId="{01B98A11-F4AB-DC63-E23E-1C239C225968}"/>
          </ac:picMkLst>
        </pc:picChg>
      </pc:sldChg>
      <pc:sldChg chg="addSp delSp modSp new mod">
        <pc:chgData name="Suji ." userId="8f5820034da5353d" providerId="LiveId" clId="{2BA8CE45-E878-4C5E-AACC-DFBFD38493AB}" dt="2026-07-23T04:53:21.088" v="468" actId="1076"/>
        <pc:sldMkLst>
          <pc:docMk/>
          <pc:sldMk cId="4006260328" sldId="261"/>
        </pc:sldMkLst>
        <pc:spChg chg="add del mod">
          <ac:chgData name="Suji ." userId="8f5820034da5353d" providerId="LiveId" clId="{2BA8CE45-E878-4C5E-AACC-DFBFD38493AB}" dt="2026-07-23T04:51:16.184" v="444" actId="478"/>
          <ac:spMkLst>
            <pc:docMk/>
            <pc:sldMk cId="4006260328" sldId="261"/>
            <ac:spMk id="3" creationId="{59E96D89-4C90-345C-608F-FAD8ADB37E01}"/>
          </ac:spMkLst>
        </pc:spChg>
        <pc:spChg chg="add mod">
          <ac:chgData name="Suji ." userId="8f5820034da5353d" providerId="LiveId" clId="{2BA8CE45-E878-4C5E-AACC-DFBFD38493AB}" dt="2026-07-23T04:52:38.249" v="454" actId="1076"/>
          <ac:spMkLst>
            <pc:docMk/>
            <pc:sldMk cId="4006260328" sldId="261"/>
            <ac:spMk id="4" creationId="{5DDCB738-FC12-3B8B-8789-76960A58CF92}"/>
          </ac:spMkLst>
        </pc:spChg>
        <pc:spChg chg="add del mod">
          <ac:chgData name="Suji ." userId="8f5820034da5353d" providerId="LiveId" clId="{2BA8CE45-E878-4C5E-AACC-DFBFD38493AB}" dt="2026-07-23T04:51:12.231" v="443" actId="478"/>
          <ac:spMkLst>
            <pc:docMk/>
            <pc:sldMk cId="4006260328" sldId="261"/>
            <ac:spMk id="5" creationId="{F8B29A4E-4D01-30F5-A88F-2AD43221DDFA}"/>
          </ac:spMkLst>
        </pc:spChg>
        <pc:spChg chg="add mod">
          <ac:chgData name="Suji ." userId="8f5820034da5353d" providerId="LiveId" clId="{2BA8CE45-E878-4C5E-AACC-DFBFD38493AB}" dt="2026-07-23T04:52:56.900" v="461" actId="1076"/>
          <ac:spMkLst>
            <pc:docMk/>
            <pc:sldMk cId="4006260328" sldId="261"/>
            <ac:spMk id="8" creationId="{53A106A4-6C0B-0C90-8AFC-9C6BB1D16D8A}"/>
          </ac:spMkLst>
        </pc:spChg>
        <pc:spChg chg="add mod">
          <ac:chgData name="Suji ." userId="8f5820034da5353d" providerId="LiveId" clId="{2BA8CE45-E878-4C5E-AACC-DFBFD38493AB}" dt="2026-07-23T04:53:21.088" v="468" actId="1076"/>
          <ac:spMkLst>
            <pc:docMk/>
            <pc:sldMk cId="4006260328" sldId="261"/>
            <ac:spMk id="10" creationId="{77491DB4-1284-4173-913B-FF9893138287}"/>
          </ac:spMkLst>
        </pc:spChg>
        <pc:picChg chg="add mod">
          <ac:chgData name="Suji ." userId="8f5820034da5353d" providerId="LiveId" clId="{2BA8CE45-E878-4C5E-AACC-DFBFD38493AB}" dt="2026-07-16T08:18:20.030" v="344" actId="14100"/>
          <ac:picMkLst>
            <pc:docMk/>
            <pc:sldMk cId="4006260328" sldId="261"/>
            <ac:picMk id="7" creationId="{6337EDE0-2EA2-CEDB-B8AA-DDD1A149A1FA}"/>
          </ac:picMkLst>
        </pc:picChg>
      </pc:sldChg>
      <pc:sldChg chg="addSp delSp modSp new mod">
        <pc:chgData name="Suji ." userId="8f5820034da5353d" providerId="LiveId" clId="{2BA8CE45-E878-4C5E-AACC-DFBFD38493AB}" dt="2026-07-23T04:58:59.821" v="504" actId="20577"/>
        <pc:sldMkLst>
          <pc:docMk/>
          <pc:sldMk cId="1096541165" sldId="262"/>
        </pc:sldMkLst>
        <pc:spChg chg="add del mod">
          <ac:chgData name="Suji ." userId="8f5820034da5353d" providerId="LiveId" clId="{2BA8CE45-E878-4C5E-AACC-DFBFD38493AB}" dt="2026-07-23T04:53:37.278" v="469" actId="478"/>
          <ac:spMkLst>
            <pc:docMk/>
            <pc:sldMk cId="1096541165" sldId="262"/>
            <ac:spMk id="3" creationId="{F06231E1-447B-68A0-294C-1AC42B8DC754}"/>
          </ac:spMkLst>
        </pc:spChg>
        <pc:spChg chg="add mod">
          <ac:chgData name="Suji ." userId="8f5820034da5353d" providerId="LiveId" clId="{2BA8CE45-E878-4C5E-AACC-DFBFD38493AB}" dt="2026-07-23T04:53:57.647" v="481" actId="14100"/>
          <ac:spMkLst>
            <pc:docMk/>
            <pc:sldMk cId="1096541165" sldId="262"/>
            <ac:spMk id="4" creationId="{6A9ED133-AC7E-6924-38CC-C69BB5A0C2BE}"/>
          </ac:spMkLst>
        </pc:spChg>
        <pc:spChg chg="add mod">
          <ac:chgData name="Suji ." userId="8f5820034da5353d" providerId="LiveId" clId="{2BA8CE45-E878-4C5E-AACC-DFBFD38493AB}" dt="2026-07-23T04:58:59.821" v="504" actId="20577"/>
          <ac:spMkLst>
            <pc:docMk/>
            <pc:sldMk cId="1096541165" sldId="262"/>
            <ac:spMk id="5" creationId="{EE2D3527-0656-FC0A-4441-2CE0530A344A}"/>
          </ac:spMkLst>
        </pc:spChg>
        <pc:picChg chg="add">
          <ac:chgData name="Suji ." userId="8f5820034da5353d" providerId="LiveId" clId="{2BA8CE45-E878-4C5E-AACC-DFBFD38493AB}" dt="2026-07-16T08:18:37.850" v="347" actId="22"/>
          <ac:picMkLst>
            <pc:docMk/>
            <pc:sldMk cId="1096541165" sldId="262"/>
            <ac:picMk id="7" creationId="{D94F403B-C0C1-F758-396D-5C5682685273}"/>
          </ac:picMkLst>
        </pc:picChg>
      </pc:sldChg>
      <pc:sldChg chg="addSp modSp new mod">
        <pc:chgData name="Suji ." userId="8f5820034da5353d" providerId="LiveId" clId="{2BA8CE45-E878-4C5E-AACC-DFBFD38493AB}" dt="2026-07-23T04:55:43.184" v="502" actId="403"/>
        <pc:sldMkLst>
          <pc:docMk/>
          <pc:sldMk cId="4015406418" sldId="263"/>
        </pc:sldMkLst>
        <pc:spChg chg="add mod">
          <ac:chgData name="Suji ." userId="8f5820034da5353d" providerId="LiveId" clId="{2BA8CE45-E878-4C5E-AACC-DFBFD38493AB}" dt="2026-07-16T08:18:59.159" v="349" actId="1076"/>
          <ac:spMkLst>
            <pc:docMk/>
            <pc:sldMk cId="4015406418" sldId="263"/>
            <ac:spMk id="3" creationId="{2D1A45AD-26FE-9BDE-3A28-80B17B5E0651}"/>
          </ac:spMkLst>
        </pc:spChg>
        <pc:spChg chg="add mod">
          <ac:chgData name="Suji ." userId="8f5820034da5353d" providerId="LiveId" clId="{2BA8CE45-E878-4C5E-AACC-DFBFD38493AB}" dt="2026-07-23T04:55:43.184" v="502" actId="403"/>
          <ac:spMkLst>
            <pc:docMk/>
            <pc:sldMk cId="4015406418" sldId="263"/>
            <ac:spMk id="5" creationId="{43FD4EFA-A6F1-A41C-D30D-4529E86F1FE8}"/>
          </ac:spMkLst>
        </pc:spChg>
        <pc:picChg chg="add">
          <ac:chgData name="Suji ." userId="8f5820034da5353d" providerId="LiveId" clId="{2BA8CE45-E878-4C5E-AACC-DFBFD38493AB}" dt="2026-07-16T08:19:01.525" v="350" actId="22"/>
          <ac:picMkLst>
            <pc:docMk/>
            <pc:sldMk cId="4015406418" sldId="263"/>
            <ac:picMk id="7" creationId="{70BF4438-01BB-B3A4-E9D4-99818E4C105C}"/>
          </ac:picMkLst>
        </pc:picChg>
      </pc:sldChg>
      <pc:sldChg chg="addSp modSp new mod">
        <pc:chgData name="Suji ." userId="8f5820034da5353d" providerId="LiveId" clId="{2BA8CE45-E878-4C5E-AACC-DFBFD38493AB}" dt="2026-07-16T08:11:51.813" v="189" actId="1076"/>
        <pc:sldMkLst>
          <pc:docMk/>
          <pc:sldMk cId="447907302" sldId="264"/>
        </pc:sldMkLst>
        <pc:spChg chg="add mod">
          <ac:chgData name="Suji ." userId="8f5820034da5353d" providerId="LiveId" clId="{2BA8CE45-E878-4C5E-AACC-DFBFD38493AB}" dt="2026-07-16T08:11:51.813" v="189" actId="1076"/>
          <ac:spMkLst>
            <pc:docMk/>
            <pc:sldMk cId="447907302" sldId="264"/>
            <ac:spMk id="3" creationId="{B44E41FF-8F0E-FF1F-2478-EB0C37DE43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C924-18C9-D74D-05E8-15F7B27F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391EA-5FC2-9567-CD26-EBC9B25B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0C225-6AF7-D809-E3A0-C20ED8CC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08C8-91D4-1DA0-31C0-A9F503E2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4497-6FB3-CDBC-97E6-1753E718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5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0239-C2C6-25FA-EB08-2522D074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E36F-5269-CDEB-F1A0-D3E3C01B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3A68-80D0-995F-A227-8DCB1452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CF2D3-C25A-FE2D-2BE3-43D67F46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2573-C52B-DACB-D5B1-0D1FE999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6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9AF3-E947-313D-D938-65D01545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4A6E8-7CDD-B5DB-F8FC-594E626C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78D3-3B46-DEC6-8D48-032DAF51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B54A-6102-0266-4ED1-813A615E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A04A-1956-494D-0751-C901CEF4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66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9513-385F-99F3-4482-B5239784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D416-0036-288A-0507-396979149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1B866-D727-1A4A-D17A-0B8EFB221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85D9A-1584-2A9B-0F54-32923084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097FA-FA8F-05FD-BCF0-2EBB2F0D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0C452-6A3E-B56F-AFFB-88AADAD4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6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329E-2418-73E0-0013-83C02A6C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C8DC1-A99E-FF23-B007-E21E62507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0B533-9C39-2D26-0CD1-3C364463A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7317F-1926-B5EF-77BD-ACA05B71E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D9117-2D03-125D-0DD8-518E1E3F9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D11AB-96B6-D465-F04E-3644C4CB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493AD-5AFB-5384-A5A9-9BB07DDD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4CFCF-F510-208F-FF86-832D4F4F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9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9A22-8F72-1211-34E1-6B4EF123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AA94F-CFAE-BD3D-14F0-C6025A29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58B64-9624-1A47-AE85-B3A9CA2D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EB8B-2145-20C4-A468-43C4AF6A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2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79EB2-8E7A-2E89-649A-A3666C3D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9CF5-C3E1-F082-A4CD-B33975CC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3DA2-BB75-317A-82FA-CDB200BD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8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F8CF-4CDB-475A-6F11-D5447677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F2D7-F1DA-9D67-23E1-299BEF512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FA0D7-7CCD-B275-010B-19B4EA541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5E62B-D4A1-8F2E-E9DD-F2F451B0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E5DB4-5FC4-6B03-9873-A10C9D11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CF8E9-093C-658E-613F-64FF4FF6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87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E3E0-69C3-193C-C97C-C9F9ABD1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2AECC9-9DFB-8DBB-A482-0BFCDBDDE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2BDFF-CBBA-3AA2-DB08-55D2CC6C0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D8F5F-40C7-5340-3862-16AA281F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56C21-DD30-8727-C037-34521B30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09BD6-7F46-E9E5-3F26-5B87590F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9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5CE9-E4F2-0F27-56DC-B2B8C5B5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54A28-A4EA-9BB6-755F-F2C525D5E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989B2-2D90-2995-CA85-DE9001D4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F6EE-14EC-564D-8353-BD773378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88AE-1A34-E7FE-E085-7EB23204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0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625B3-8978-4723-B79D-3F129577A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CBA64-2311-09F0-F81C-EA535CB37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05F37-E5C8-D8DB-D383-FB2C6540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0EAC6-6287-6339-669B-D5B8B57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04ED-B981-A2AC-E4F5-AB67B0E4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9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32FA6-AD0B-111B-FDB9-BCDFC54A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02B0F-1AFE-9259-C3F9-F4820706F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6C877-DBEA-D7D5-DCFB-9CDF82025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D3116-E975-45B3-AAA0-C48CA83DEC2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0CBF6-3E5C-1408-6391-A74D31CBA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45A8-1D6C-F2A8-0941-26178D2F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09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DAECD2-2DC2-BB1B-4267-A19685D7F98F}"/>
              </a:ext>
            </a:extLst>
          </p:cNvPr>
          <p:cNvSpPr txBox="1"/>
          <p:nvPr/>
        </p:nvSpPr>
        <p:spPr>
          <a:xfrm>
            <a:off x="2134076" y="1208567"/>
            <a:ext cx="7649527" cy="869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IN" sz="48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Technical Presentation</a:t>
            </a:r>
            <a:endParaRPr lang="en-IN" sz="40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A5A43-3FB2-2ECB-0B30-E77B2DF3037A}"/>
              </a:ext>
            </a:extLst>
          </p:cNvPr>
          <p:cNvSpPr txBox="1"/>
          <p:nvPr/>
        </p:nvSpPr>
        <p:spPr>
          <a:xfrm>
            <a:off x="1437321" y="2893023"/>
            <a:ext cx="97183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Analysis of Computer Vision in Healthcare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Real-World Problems, Case Studies, and Professional Insights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72F67-5795-286F-9A13-91BE7ED425E3}"/>
              </a:ext>
            </a:extLst>
          </p:cNvPr>
          <p:cNvSpPr txBox="1"/>
          <p:nvPr/>
        </p:nvSpPr>
        <p:spPr>
          <a:xfrm>
            <a:off x="312896" y="5741134"/>
            <a:ext cx="60979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NAME:C.S.SUJIPRIYADARSNI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REG.NO:192511417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D2182-C49E-7E5C-C809-5A5169FC660B}"/>
              </a:ext>
            </a:extLst>
          </p:cNvPr>
          <p:cNvSpPr txBox="1"/>
          <p:nvPr/>
        </p:nvSpPr>
        <p:spPr>
          <a:xfrm>
            <a:off x="2909887" y="2193174"/>
            <a:ext cx="60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ITA0508-COMPUTER VISION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DF6B17-0723-2A18-132A-104A63609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FA2B7-268E-DD53-86FC-52535DF0149D}"/>
              </a:ext>
            </a:extLst>
          </p:cNvPr>
          <p:cNvSpPr txBox="1"/>
          <p:nvPr/>
        </p:nvSpPr>
        <p:spPr>
          <a:xfrm>
            <a:off x="488632" y="1375529"/>
            <a:ext cx="99012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Computer Vision in Healthcare?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31D82-EE2F-0787-27BC-D1CB24E7BA33}"/>
              </a:ext>
            </a:extLst>
          </p:cNvPr>
          <p:cNvSpPr txBox="1"/>
          <p:nvPr/>
        </p:nvSpPr>
        <p:spPr>
          <a:xfrm>
            <a:off x="865822" y="2546330"/>
            <a:ext cx="110632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computers to analyze and interpret medical images.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(AI) and Deep Learning for diagnosis.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doctors in detecting diseases accurately and quickly.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care and clinical decision-making.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4CDCD-F03A-5093-2D95-28B691233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94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8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10D99-E060-A8EE-8B31-FE108CEB4B78}"/>
              </a:ext>
            </a:extLst>
          </p:cNvPr>
          <p:cNvSpPr txBox="1"/>
          <p:nvPr/>
        </p:nvSpPr>
        <p:spPr>
          <a:xfrm>
            <a:off x="385762" y="1449824"/>
            <a:ext cx="10724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Real-World Healthcare Problems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3E45F-C8C9-4750-F3F4-F913E660329F}"/>
              </a:ext>
            </a:extLst>
          </p:cNvPr>
          <p:cNvSpPr txBox="1"/>
          <p:nvPr/>
        </p:nvSpPr>
        <p:spPr>
          <a:xfrm>
            <a:off x="820102" y="2332851"/>
            <a:ext cx="93411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Addressed by Computer Vision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disease diagnosis.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in medical image analysis.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workload for radiologists.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cancer and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patient health remotely.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 of healthcare professionals.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366F1-3582-A9AA-0A48-FC613D2CD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0641DD-983E-6196-9388-A951762B5537}"/>
              </a:ext>
            </a:extLst>
          </p:cNvPr>
          <p:cNvSpPr txBox="1"/>
          <p:nvPr/>
        </p:nvSpPr>
        <p:spPr>
          <a:xfrm>
            <a:off x="397192" y="1143774"/>
            <a:ext cx="82667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Computer Vision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7981C1-F42E-C77D-6D15-BEFC78A7E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931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684C4C-C63A-2522-A7EA-B1CBE1357F16}"/>
              </a:ext>
            </a:extLst>
          </p:cNvPr>
          <p:cNvSpPr txBox="1"/>
          <p:nvPr/>
        </p:nvSpPr>
        <p:spPr>
          <a:xfrm>
            <a:off x="614362" y="2091957"/>
            <a:ext cx="97526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Healthcare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 analysis (X-ray, MRI, CT Scan)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Cancer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Diabetic retinopathy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disease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Surgical assistance using robotic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monitoring and rehabilitation</a:t>
            </a:r>
          </a:p>
        </p:txBody>
      </p:sp>
    </p:spTree>
    <p:extLst>
      <p:ext uri="{BB962C8B-B14F-4D97-AF65-F5344CB8AC3E}">
        <p14:creationId xmlns:p14="http://schemas.microsoft.com/office/powerpoint/2010/main" val="271959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A0C64-7FF7-F79C-3DD6-11FAD5C029DF}"/>
              </a:ext>
            </a:extLst>
          </p:cNvPr>
          <p:cNvSpPr txBox="1"/>
          <p:nvPr/>
        </p:nvSpPr>
        <p:spPr>
          <a:xfrm>
            <a:off x="432911" y="1198364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&amp;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BAB4C-70B8-AE13-11F5-7643B4F729BD}"/>
              </a:ext>
            </a:extLst>
          </p:cNvPr>
          <p:cNvSpPr txBox="1"/>
          <p:nvPr/>
        </p:nvSpPr>
        <p:spPr>
          <a:xfrm>
            <a:off x="657703" y="1844695"/>
            <a:ext cx="63488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Breast Cancer Detection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mammogram images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early diagnosis and treatment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Retinopathy Screening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retinal damage from eye images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vision loss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98A11-F4AB-DC63-E23E-1C239C22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11252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AF6FF8-7979-0AD7-3865-34A791E0D02D}"/>
              </a:ext>
            </a:extLst>
          </p:cNvPr>
          <p:cNvSpPr txBox="1"/>
          <p:nvPr/>
        </p:nvSpPr>
        <p:spPr>
          <a:xfrm>
            <a:off x="7231383" y="1954739"/>
            <a:ext cx="47586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(Convolutional Neural Networks)</a:t>
            </a:r>
          </a:p>
        </p:txBody>
      </p:sp>
    </p:spTree>
    <p:extLst>
      <p:ext uri="{BB962C8B-B14F-4D97-AF65-F5344CB8AC3E}">
        <p14:creationId xmlns:p14="http://schemas.microsoft.com/office/powerpoint/2010/main" val="51072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37EDE0-2EA2-CEDB-B8AA-DDD1A149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1274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DCB738-FC12-3B8B-8789-76960A58CF92}"/>
              </a:ext>
            </a:extLst>
          </p:cNvPr>
          <p:cNvSpPr txBox="1"/>
          <p:nvPr/>
        </p:nvSpPr>
        <p:spPr>
          <a:xfrm>
            <a:off x="420053" y="1449824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106A4-6C0B-0C90-8AFC-9C6BB1D16D8A}"/>
              </a:ext>
            </a:extLst>
          </p:cNvPr>
          <p:cNvSpPr txBox="1"/>
          <p:nvPr/>
        </p:nvSpPr>
        <p:spPr>
          <a:xfrm>
            <a:off x="522923" y="2460397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diagnosis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workload for doctors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patient outcomes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91DB4-1284-4173-913B-FF9893138287}"/>
              </a:ext>
            </a:extLst>
          </p:cNvPr>
          <p:cNvSpPr txBox="1"/>
          <p:nvPr/>
        </p:nvSpPr>
        <p:spPr>
          <a:xfrm>
            <a:off x="6306503" y="2677567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 concerns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expert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in AI models</a:t>
            </a:r>
          </a:p>
        </p:txBody>
      </p:sp>
    </p:spTree>
    <p:extLst>
      <p:ext uri="{BB962C8B-B14F-4D97-AF65-F5344CB8AC3E}">
        <p14:creationId xmlns:p14="http://schemas.microsoft.com/office/powerpoint/2010/main" val="400626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2D3527-0656-FC0A-4441-2CE0530A344A}"/>
              </a:ext>
            </a:extLst>
          </p:cNvPr>
          <p:cNvSpPr txBox="1"/>
          <p:nvPr/>
        </p:nvSpPr>
        <p:spPr>
          <a:xfrm>
            <a:off x="642460" y="2252841"/>
            <a:ext cx="1060084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achieve high diagnostic accuracy with quality datasets.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improves detection performance.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enables automatic feature extraction.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Computer Vision with Electronic Health Records (EHR) enhances diagnosis.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training improves reliability.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Human-AI collaboration provides the best clinical outcomes.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F403B-C0C1-F758-396D-5C568268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9ED133-AC7E-6924-38CC-C69BB5A0C2BE}"/>
              </a:ext>
            </a:extLst>
          </p:cNvPr>
          <p:cNvSpPr txBox="1"/>
          <p:nvPr/>
        </p:nvSpPr>
        <p:spPr>
          <a:xfrm>
            <a:off x="340042" y="1358384"/>
            <a:ext cx="81981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Analysis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109654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1A45AD-26FE-9BDE-3A28-80B17B5E0651}"/>
              </a:ext>
            </a:extLst>
          </p:cNvPr>
          <p:cNvSpPr txBox="1"/>
          <p:nvPr/>
        </p:nvSpPr>
        <p:spPr>
          <a:xfrm>
            <a:off x="477203" y="1438394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D4EFA-A6F1-A41C-D30D-4529E86F1FE8}"/>
              </a:ext>
            </a:extLst>
          </p:cNvPr>
          <p:cNvSpPr txBox="1"/>
          <p:nvPr/>
        </p:nvSpPr>
        <p:spPr>
          <a:xfrm>
            <a:off x="762952" y="2255996"/>
            <a:ext cx="108270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transforming modern healthcare.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faster, more accurate, and reliable disease diagnosis.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challenges, ongoing advancements improve clinical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developments will make healthcare more efficient, accessible, and patient-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BF4438-01BB-B3A4-E9D4-99818E4C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06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E41FF-8F0E-FF1F-2478-EB0C37DE432C}"/>
              </a:ext>
            </a:extLst>
          </p:cNvPr>
          <p:cNvSpPr txBox="1"/>
          <p:nvPr/>
        </p:nvSpPr>
        <p:spPr>
          <a:xfrm>
            <a:off x="1185862" y="1529834"/>
            <a:ext cx="1054131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4790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346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 .</dc:creator>
  <cp:lastModifiedBy>Suji .</cp:lastModifiedBy>
  <cp:revision>1</cp:revision>
  <dcterms:created xsi:type="dcterms:W3CDTF">2026-07-16T05:10:45Z</dcterms:created>
  <dcterms:modified xsi:type="dcterms:W3CDTF">2026-07-23T04:59:23Z</dcterms:modified>
</cp:coreProperties>
</file>